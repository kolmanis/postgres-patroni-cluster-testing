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4" r:id="rId9"/>
    <p:sldId id="262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3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Установка, настройка и тестирование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 кластера на базе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Patroni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4412704"/>
            <a:ext cx="8136904" cy="1752600"/>
          </a:xfrm>
        </p:spPr>
        <p:txBody>
          <a:bodyPr>
            <a:normAutofit/>
          </a:bodyPr>
          <a:lstStyle/>
          <a:p>
            <a:pPr algn="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Ильин </a:t>
            </a: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Николай АСУ8-25-1М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16530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18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3 узла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автоматической репликацией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автоматическое переключение мастера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единую точку входа через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HAProxy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сохранность данных при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отказах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04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Стенд для тестирования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564066"/>
              </p:ext>
            </p:extLst>
          </p:nvPr>
        </p:nvGraphicFramePr>
        <p:xfrm>
          <a:off x="1115616" y="1844824"/>
          <a:ext cx="7162800" cy="3421380"/>
        </p:xfrm>
        <a:graphic>
          <a:graphicData uri="http://schemas.openxmlformats.org/drawingml/2006/table">
            <a:tbl>
              <a:tblPr/>
              <a:tblGrid>
                <a:gridCol w="2387600"/>
                <a:gridCol w="23876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Количество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17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узла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СУБД (мастер + 2 реплики)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Patroni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узла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Управление отказоустойчивостью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etcd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узел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Хранилище состояния кластера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HAProxy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узел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Балансировщик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единая точка входа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16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на мастер и проверка реплик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132856"/>
            <a:ext cx="8622928" cy="281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484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нового мастера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08" y="1268760"/>
            <a:ext cx="8183348" cy="3962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301208"/>
            <a:ext cx="5688631" cy="1378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364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Восстановление убитого мастера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82927"/>
            <a:ext cx="8758462" cy="2134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2"/>
          <a:stretch/>
        </p:blipFill>
        <p:spPr bwMode="auto">
          <a:xfrm>
            <a:off x="179511" y="4077072"/>
            <a:ext cx="8758463" cy="2017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797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нового мастера на запись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2132856"/>
            <a:ext cx="867727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418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Синхронизация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отключенным узлом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70406"/>
            <a:ext cx="8784976" cy="2814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933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268760"/>
            <a:ext cx="8219256" cy="5001419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Подтвержденные 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кластером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Patroni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самостоятельно определяет мастера и реплики.</a:t>
            </a:r>
          </a:p>
          <a:p>
            <a:pPr algn="just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Репликация данных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данные, записанные на мастер, автоматически синхронизируются с репликами.</a:t>
            </a:r>
          </a:p>
          <a:p>
            <a:pPr algn="just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</a:t>
            </a:r>
            <a:r>
              <a:rPr lang="ru-RU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при падении мастера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Patroni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10-15 секунд выбирает нового мастера из доступных реплик.</a:t>
            </a:r>
          </a:p>
          <a:p>
            <a:pPr algn="just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Сохранность данных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после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данные не теряются.</a:t>
            </a:r>
          </a:p>
          <a:p>
            <a:pPr algn="just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Восстановление узлов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ранее отключенный узел при запуске автоматически становится репликой и синхронизирует данные.</a:t>
            </a:r>
          </a:p>
          <a:p>
            <a:pPr algn="just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REST API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Patroni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отслеживать состояние кластера.</a:t>
            </a:r>
          </a:p>
          <a:p>
            <a:pPr algn="just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Балансировка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HAProxy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обеспечивает единую точку входа для приложений.</a:t>
            </a:r>
          </a:p>
          <a:p>
            <a:pPr marL="0" indent="0" algn="just">
              <a:buNone/>
            </a:pP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Кластер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17 на базе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Patroni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полностью работоспособен и демонстрирует заявленные возможности по обеспечению отказоустойчивости и высокой доступности. Все тесты пройдены успешно. Работа готова к сдаче.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729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221</Words>
  <Application>Microsoft Office PowerPoint</Application>
  <PresentationFormat>Экран (4:3)</PresentationFormat>
  <Paragraphs>43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Установка, настройка и тестирование PostgreSQL 17 кластера на базе Patroni</vt:lpstr>
      <vt:lpstr>Цель работы</vt:lpstr>
      <vt:lpstr>Стенд для тестирования</vt:lpstr>
      <vt:lpstr>Запись на мастер и проверка реплик</vt:lpstr>
      <vt:lpstr>Проверка нового мастера</vt:lpstr>
      <vt:lpstr>Восстановление убитого мастера</vt:lpstr>
      <vt:lpstr>Проверка нового мастера на запись</vt:lpstr>
      <vt:lpstr>Синхронизация данных  с отключенным узлом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Проверка гарантий Apache Kafka в кластере из 3 брокеров</dc:title>
  <dc:creator>KolManis</dc:creator>
  <cp:lastModifiedBy>KolManis</cp:lastModifiedBy>
  <cp:revision>6</cp:revision>
  <dcterms:created xsi:type="dcterms:W3CDTF">2026-05-08T10:52:47Z</dcterms:created>
  <dcterms:modified xsi:type="dcterms:W3CDTF">2026-05-17T10:16:42Z</dcterms:modified>
</cp:coreProperties>
</file>